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4391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0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4135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49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453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95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21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33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85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45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17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6DF6483-AC5F-4041-A911-7AF2A986D9A6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A4801BD-535F-4412-906D-61BDF76FAD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7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виды технической и технологической документации их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виды,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 стандарты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,оформление документов, регламентов,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протоколов по инфо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системам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61872" y="4878978"/>
            <a:ext cx="9418320" cy="1691640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Создал Ложкин Даниил ИС-31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8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технической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Техническая документация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набор документов, используемых при проектировании, производстве, эксплуатации и утилизации технических объектов.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контексте ИС: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Документация сопровождает программное обеспечение (ПО) и аппаратные средства.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цель: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Обеспечение однозначного понимания требований к системе, правил её использования и обслуживания.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63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стандарты (ГОСТ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 34.201-2020: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Основной стандарт. Устанавливает виды, комплектность и обозначение документов при создании АС.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 34.602: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Техническое задание на создание АС. Определяет требования заказчика.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система конструкторской документации (ЕСКД):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 2.102 — виды конструкторских документов.</a:t>
            </a:r>
          </a:p>
          <a:p>
            <a:pPr lvl="1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 2.601 — эксплуатационные документы.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389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по стадиям жизненного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цикла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создаётся на разных этапах разработки: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обоснование: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Научно-технический отчет, технико-экономическое обоснование (ТЭО).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Эскизный проект, технический проект.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Рабочая документация.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Ввод в действие: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Акты приёмки, протоколы испытаний.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Эксплуатация: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Руководства пользователя и администратора.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51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Организационно-распорядительная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/>
              <a:t>Приказы:</a:t>
            </a:r>
            <a:r>
              <a:rPr lang="ru-RU" dirty="0"/>
              <a:t> О проведении работ, о составе приемочной комиссии.</a:t>
            </a:r>
          </a:p>
          <a:p>
            <a:pPr fontAlgn="base"/>
            <a:r>
              <a:rPr lang="ru-RU" b="1" dirty="0"/>
              <a:t>Планы-графики:</a:t>
            </a:r>
            <a:r>
              <a:rPr lang="ru-RU" dirty="0"/>
              <a:t> Календарный план выполнения этапов проекта.</a:t>
            </a:r>
          </a:p>
          <a:p>
            <a:pPr fontAlgn="base"/>
            <a:r>
              <a:rPr lang="ru-RU" b="1" dirty="0"/>
              <a:t>Программы:</a:t>
            </a:r>
            <a:r>
              <a:rPr lang="ru-RU" dirty="0"/>
              <a:t> Программа проведения опытной или промышленной эксплуатации.</a:t>
            </a:r>
          </a:p>
          <a:p>
            <a:pPr fontAlgn="base"/>
            <a:r>
              <a:rPr lang="ru-RU" b="1" dirty="0"/>
              <a:t>Акты:</a:t>
            </a:r>
            <a:r>
              <a:rPr lang="ru-RU" dirty="0"/>
              <a:t> Акт завершения работ, акт приемки в эксплуатацию.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841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Проектная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Техническое задание (ТЗ):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Главный документ, согласованный между заказчиком и разработчиком (по ГОСТ 34.602).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Пояснительная записка: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Описание принятых решений.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автоматизируемых функций: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Что именно делает система.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функциональной структуры: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Блок-схема взаимодействия подсистем.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866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Эксплуатационная и рабочая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 пользователя: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по выполнению операций в интерфейсе программы.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 администратора: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Инструкция по установке, настройке, резервному копированию и восстановлению системы.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Формуляр: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Основные характеристики ПО, сведения об изменениях и версиях.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и методика испытаний (ПМ):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Документ для проверки работоспособности системы.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174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Протоколы и акты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испытаний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испытаний: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Детальное описание проведенных тестов, использованных данных и полученных результатов.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 приемки в опытную эксплуатацию: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Подтверждает, что система установлена и готова к тестовой работе реальными пользователями.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 приемки в промышленную эксплуатацию: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Финальный документ, разрешающий полноценное использование системы в бизнес-процессах организации.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502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оформления и обозначения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Обязательная регистрация: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Каждому документу присваивается самостоятельное обозначение.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кода: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Включает код организации-разработчика, код классификационной характеристики, порядковый номер документа,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номер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редакции 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части</a:t>
            </a: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АБВГ.123456-01 001.Буква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«М» добавляется для документов на машинных носителях (например, электронных версий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Комплектность: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комплект документов составляется ведомость.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312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Спасибо </a:t>
            </a:r>
            <a:r>
              <a:rPr lang="ru-RU" smtClean="0"/>
              <a:t>за внимание!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08570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20</TotalTime>
  <Words>447</Words>
  <Application>Microsoft Office PowerPoint</Application>
  <PresentationFormat>Широкоэкранный</PresentationFormat>
  <Paragraphs>45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Schoolbook</vt:lpstr>
      <vt:lpstr>Times New Roman</vt:lpstr>
      <vt:lpstr>Wingdings 2</vt:lpstr>
      <vt:lpstr>View</vt:lpstr>
      <vt:lpstr>Основные виды технической и технологической документации их виды, их стандарты ,оформление документов, регламентов, протоколов по инфо системам</vt:lpstr>
      <vt:lpstr>Понятие технической документации</vt:lpstr>
      <vt:lpstr>Ключевые стандарты (ГОСТ)</vt:lpstr>
      <vt:lpstr>Классификация по стадиям жизненного цикла</vt:lpstr>
      <vt:lpstr>Организационно-распорядительная документация</vt:lpstr>
      <vt:lpstr>Проектная документация</vt:lpstr>
      <vt:lpstr>Эксплуатационная и рабочая документация</vt:lpstr>
      <vt:lpstr>Протоколы и акты испытаний</vt:lpstr>
      <vt:lpstr>Правила оформления и обозначения документов</vt:lpstr>
      <vt:lpstr>Заключение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виды технической и технологической документации их виды, их стандарты ,оформление документов, регламентов, протоколов по инфо системам</dc:title>
  <dc:creator>Студент</dc:creator>
  <cp:lastModifiedBy>Студент</cp:lastModifiedBy>
  <cp:revision>2</cp:revision>
  <dcterms:created xsi:type="dcterms:W3CDTF">2026-05-28T12:05:39Z</dcterms:created>
  <dcterms:modified xsi:type="dcterms:W3CDTF">2026-05-28T12:25:58Z</dcterms:modified>
</cp:coreProperties>
</file>